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3563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2C5F2D">
              <a:alpha val="45000"/>
            </a:srgbClr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4A7C59">
              <a:alpha val="35000"/>
            </a:srgbClr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</a:rPr>
              <a:t>OE2E04 – INTRODUCTION TO DEEP LEARNING                      MENTOR: DR. AMIT VISHWAKARMA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Multisensory and Deep Learning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Based Real-Time Dense Forest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System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8138160" cy="36576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1455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97BC62"/>
                </a:solidFill>
              </a:rPr>
              <a:t>TEAM MEMBERS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54864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34930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Ojas Kasana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" y="37124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BB99"/>
                </a:solidFill>
              </a:rPr>
              <a:t>24BCS178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968496"/>
            <a:ext cx="54864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9867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Deepak Kumar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" y="42062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BB99"/>
                </a:solidFill>
              </a:rPr>
              <a:t>24BSM018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462272"/>
            <a:ext cx="54864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44805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Muntazir Ali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" y="470001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BB99"/>
                </a:solidFill>
              </a:rPr>
              <a:t>24BCS148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54864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46904" y="349300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Aditya Kumar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46904" y="37124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BB99"/>
                </a:solidFill>
              </a:rPr>
              <a:t>24BCS016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968496"/>
            <a:ext cx="54864" cy="34747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46904" y="39867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Masabathini Saketh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46904" y="420624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BB99"/>
                </a:solidFill>
              </a:rPr>
              <a:t>24BCS147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060"/>
                </a:solidFill>
              </a:rPr>
              <a:t>Two deep learning models developed to detect and monitor environmental threats from remote sensing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3931920" cy="3291840"/>
          </a:xfrm>
          <a:prstGeom prst="rect">
            <a:avLst/>
          </a:prstGeom>
          <a:solidFill>
            <a:srgbClr val="F7FAF5"/>
          </a:solidFill>
          <a:ln w="12700">
            <a:solidFill>
              <a:srgbClr val="DDECD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63040"/>
            <a:ext cx="3931920" cy="43891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81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1: Deforestation Detector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" y="1993392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Semantic segmentation of Sentinel-2 satellite imagery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Multi-band input: B04, B08, B11, B12 (Red, NIR, SWIR)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Temporal change detection: 2025 vs 2026 imagery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ResNet-based encoder with custom decoder head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Pixel-wise forest / deforested classification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931920" cy="3291840"/>
          </a:xfrm>
          <a:prstGeom prst="rect">
            <a:avLst/>
          </a:prstGeom>
          <a:solidFill>
            <a:srgbClr val="F7FAF5"/>
          </a:solidFill>
          <a:ln w="12700">
            <a:solidFill>
              <a:srgbClr val="DDECD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3931920" cy="43891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481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2: Wildfire Classifier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993392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Binary image classification: fire vs. no-fire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Input: aerial / satellite RGB imagery patches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MobileNetV2 fine-tuned (TensorFlow/Keras)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Tested on forest_fire validation dataset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0"/>
                </a:solidFill>
              </a:rPr>
              <a:t>Fast inference for real-time alerting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1: Deforestation Detection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E6B8"/>
                </a:solidFill>
              </a:rPr>
              <a:t>Sentinel-2 Multispectral Imagery  ·  Pixel-wise Segmentation  ·  Temporal Change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1508760" cy="822960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Sentinel-2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 Bands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20240" y="1490472"/>
            <a:ext cx="228600" cy="457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143000"/>
            <a:ext cx="1508760" cy="8229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143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Patch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Extraction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128×128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0" y="1490472"/>
            <a:ext cx="228600" cy="457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86200" y="1143000"/>
            <a:ext cx="150876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1143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U-Net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Encoder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94960" y="1490472"/>
            <a:ext cx="228600" cy="457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23560" y="1143000"/>
            <a:ext cx="1508760" cy="8229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1143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</a:rPr>
              <a:t>U-Net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Decoder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0" y="1490472"/>
            <a:ext cx="228600" cy="457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1143000"/>
            <a:ext cx="150876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60920" y="114300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Sigmoid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24028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240280"/>
            <a:ext cx="2697480" cy="2743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58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 Bands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25603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B04 (Red), B08 (NIR),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B11, B12 (SWIR)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19272" y="224028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19272" y="2240280"/>
            <a:ext cx="2697480" cy="2743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2258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Patch Size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10712" y="25603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128 × 128 pixels x 4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27064" y="224028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27064" y="2240280"/>
            <a:ext cx="2697480" cy="2743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22585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Temporal Pair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18504" y="256032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Feb 2025 vs. 2026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Sentinel-2 tile T44RKU (Uttarakhand)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34747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474720"/>
            <a:ext cx="2697480" cy="2743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4930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Training Strategy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37947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Balanced 50/50 patches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Forest vs. Deforested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19272" y="34747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19272" y="3474720"/>
            <a:ext cx="2697480" cy="2743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0712" y="34930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Architecture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10712" y="37947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1C2B20"/>
                </a:solidFill>
              </a:rPr>
              <a:t>UNet</a:t>
            </a:r>
            <a:r>
              <a:rPr lang="en-US" sz="1000" dirty="0">
                <a:solidFill>
                  <a:srgbClr val="1C2B20"/>
                </a:solidFill>
              </a:rPr>
              <a:t> encoder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custom segmentation head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27064" y="347472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C0"/>
            </a:solidFill>
            <a:prstDash val="solid"/>
          </a:ln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27064" y="3474720"/>
            <a:ext cx="2697480" cy="2743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8504" y="34930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Loss Function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18504" y="3794760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BCE + Dice Loss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20"/>
                </a:solidFill>
              </a:rPr>
              <a:t>with class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Deforestation Model: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4A8"/>
                </a:solidFill>
              </a:rPr>
              <a:t>Quantitative metrics and sample predictions on held-out validation tiles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36192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15568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86.83%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7099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536192" cy="1005840"/>
          </a:xfrm>
          <a:prstGeom prst="rect">
            <a:avLst/>
          </a:prstGeom>
          <a:solidFill>
            <a:srgbClr val="2E7D7A"/>
          </a:solidFill>
          <a:ln w="12700">
            <a:solidFill>
              <a:srgbClr val="2E7D7A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115568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62.65%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11680" y="17099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097280"/>
            <a:ext cx="1536192" cy="10058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115568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71.06%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49040" y="17099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097280"/>
            <a:ext cx="1536192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115568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66.59%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0" y="17099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F1 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1097280"/>
            <a:ext cx="1536192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115568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49.92%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23760" y="170992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IoU Score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20"/>
                </a:solidFill>
              </a:rPr>
              <a:t>Confusion Matrix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4572000" cy="15087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Pred: 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Pred: Deforest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Act: 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966,179  ✓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102,517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Act: Deforest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B71C1C"/>
                          </a:solidFill>
                        </a:rPr>
                        <a:t>70,043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171,981  ✓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120640" y="2331720"/>
            <a:ext cx="3749040" cy="2468880"/>
          </a:xfrm>
          <a:prstGeom prst="rect">
            <a:avLst/>
          </a:prstGeom>
          <a:solidFill>
            <a:srgbClr val="FFF8E1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57800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20"/>
                </a:solidFill>
              </a:rPr>
              <a:t>Key Insights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257800" y="27889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B20"/>
                </a:solidFill>
              </a:rPr>
              <a:t>High accuracy (86.8%) driven by dominant forest class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B20"/>
                </a:solidFill>
              </a:rPr>
              <a:t>IoU of 49.9% indicates moderate segmentation quality — typical for challenging change detection tasks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B20"/>
                </a:solidFill>
              </a:rPr>
              <a:t>Recall (71%) &gt; Precision (62.6%): model favors detecting deforestation over avoiding false alarms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B20"/>
                </a:solidFill>
              </a:rPr>
              <a:t>Optimal threshold tuned to 0.35 to maximize IoU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C2B20"/>
                </a:solidFill>
              </a:rPr>
              <a:t>Class imbalance challenges remain; balanced patch strategy partially addressed this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Visualization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7BC62"/>
                </a:solidFill>
              </a:rPr>
              <a:t>Sample segmentation outputs — Red = Deforested  ·  Green = Forest  ·  IoU: 49.9% per tile</a:t>
            </a:r>
            <a:endParaRPr lang="en-US" sz="1150" dirty="0"/>
          </a:p>
        </p:txBody>
      </p:sp>
      <p:pic>
        <p:nvPicPr>
          <p:cNvPr id="4" name="Image 0" descr="/home/claude/deforestation_samp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43000"/>
            <a:ext cx="8595360" cy="3749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373</Words>
  <Application>Microsoft Office PowerPoint</Application>
  <PresentationFormat>On-screen Show (16:9)</PresentationFormat>
  <Paragraphs>95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 Intelligence Report</dc:title>
  <dc:subject>PptxGenJS Presentation</dc:subject>
  <dc:creator>PptxGenJS</dc:creator>
  <cp:lastModifiedBy>Ojas Kasana</cp:lastModifiedBy>
  <cp:revision>4</cp:revision>
  <dcterms:created xsi:type="dcterms:W3CDTF">2026-04-19T19:13:07Z</dcterms:created>
  <dcterms:modified xsi:type="dcterms:W3CDTF">2026-05-16T06:31:27Z</dcterms:modified>
</cp:coreProperties>
</file>